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NLP Model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Parameters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Release Year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GPT-2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GPT-3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PaLM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Claude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