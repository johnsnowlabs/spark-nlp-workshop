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Predictive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Problem: Businesses react instead of predict.</a:t>
            </a:r>
          </a:p>
          <a:p>
            <a:r>
              <a:t>Solution: Unified ML platform for streaming data.</a:t>
            </a:r>
          </a:p>
          <a:p>
            <a:r>
              <a:t>Results: 20% cost reduction across clients.</a:t>
            </a:r>
          </a:p>
          <a:p>
            <a:r>
              <a:t>Roadmap: Multimodal learning and federated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